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487cc8c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487cc8c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e487cc8c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e487cc8c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e487cc8c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e487cc8c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e487cc8c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e487cc8c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e487cc8c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e487cc8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52775" y="2571750"/>
            <a:ext cx="8520600" cy="12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Write a project-level rule that forces a git commit after every modification. Only commit meaningful code changes — no intermediate artifacts, temp files, or generated outputs. No exceptions.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252775" y="1447925"/>
            <a:ext cx="80730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Use ai to run the following prompt: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superpowers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212250" y="1017725"/>
            <a:ext cx="86859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</a:rPr>
              <a:t>A </a:t>
            </a:r>
            <a:r>
              <a:rPr b="1" lang="en" sz="1200">
                <a:solidFill>
                  <a:srgbClr val="333333"/>
                </a:solidFill>
              </a:rPr>
              <a:t>workflow framework for AI coding agents</a:t>
            </a:r>
            <a:r>
              <a:rPr lang="en" sz="1200">
                <a:solidFill>
                  <a:srgbClr val="333333"/>
                </a:solidFill>
              </a:rPr>
              <a:t>. It breaks the software development process into composable "skills" that trigger automatically at the right moment — no manual invocation needed.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9100"/>
            <a:ext cx="8839200" cy="2861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Superpowers Example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2121375"/>
            <a:ext cx="3585900" cy="17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want to build a personal blog system, use superpowers to help me plan and develop it.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075" y="303950"/>
            <a:ext cx="4022999" cy="443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in cursor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350" y="1209150"/>
            <a:ext cx="724952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Projects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1. Problem Statement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What problem are you solving?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Who is the target user?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2. Goals &amp; Scope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What does "done" look like? (define success clearly)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What is explicitly out of scope?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3. Design &amp; Architecture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High-level system diagram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Key components and how they interact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